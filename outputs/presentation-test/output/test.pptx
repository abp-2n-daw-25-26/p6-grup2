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a74b4d7e64e8a" /><Relationship Type="http://schemas.openxmlformats.org/officeDocument/2006/relationships/extended-properties" Target="/docProps/app.xml" Id="R522dc5404f9542c9" /><Relationship Type="http://schemas.openxmlformats.org/officeDocument/2006/relationships/officeDocument" Target="/ppt/presentation.xml" Id="R52e5b159c2aa40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63264f22f45dc"/>
  </p:sldMasterIdLst>
  <p:notesMasterIdLst>
    <p:notesMasterId xmlns:r="http://schemas.openxmlformats.org/officeDocument/2006/relationships" r:id="Rb6e676ddcc784db5"/>
  </p:notesMasterIdLst>
  <p:sldIdLst>
    <p:sldId xmlns:r="http://schemas.openxmlformats.org/officeDocument/2006/relationships" id="256" r:id="R3e952e3fbdf843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63264f22f45dc" /><Relationship Type="http://schemas.openxmlformats.org/officeDocument/2006/relationships/theme" Target="/ppt/theme/theme1.xml" Id="Rdfa4054980f245aa" /><Relationship Type="http://schemas.openxmlformats.org/officeDocument/2006/relationships/notesMaster" Target="/ppt/notesMasters/notesMaster1.xml" Id="Rb6e676ddcc784db5" /><Relationship Type="http://schemas.openxmlformats.org/officeDocument/2006/relationships/presProps" Target="/ppt/presProps.xml" Id="R9145e6d359894aa1" /><Relationship Type="http://schemas.openxmlformats.org/officeDocument/2006/relationships/viewProps" Target="/ppt/viewProps.xml" Id="R5b312f274a8e41a7" /><Relationship Type="http://schemas.openxmlformats.org/officeDocument/2006/relationships/tableStyles" Target="/ppt/tableStyles.xml" Id="R3eb3f8391b4d45bb" /><Relationship Type="http://schemas.openxmlformats.org/officeDocument/2006/relationships/slide" Target="/ppt/slides/slide1.xml" Id="R3e952e3fbdf843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a364818b17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ccf64757148f8" /><Relationship Type="http://schemas.openxmlformats.org/officeDocument/2006/relationships/notesMaster" Target="/ppt/notesMasters/notesMaster1.xml" Id="Rfc5a577b4b4c4e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416e73a4a49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791ad962c37457e" /><Relationship Type="http://schemas.openxmlformats.org/officeDocument/2006/relationships/slideLayout" Target="/ppt/slideLayouts/slideLayout2.xml" Id="Rb30f9a6263dd49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f9a6263dd49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35106778d4cdc" /><Relationship Type="http://schemas.openxmlformats.org/officeDocument/2006/relationships/image" Target="/ppt/media/image.bin" Id="R6f27dcaafafd4d83" /><Relationship Type="http://schemas.openxmlformats.org/officeDocument/2006/relationships/notesSlide" Target="/ppt/notesSlides/notesSlide1.xml" Id="R36e0ba94142841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7dcaafafd4d83"/>
          <a:stretch xmlns:a="http://schemas.openxmlformats.org/drawingml/2006/main"/>
        </p:blipFill>
        <p:spPr>
          <a:xfrm xmlns:a="http://schemas.openxmlformats.org/drawingml/2006/main">
            <a:off x="0" y="0"/>
            <a:ext cx="2857500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8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2026-05-21T00:20:40.8560000Z</dcterms:created>
  <dcterms:modified xsi:type="dcterms:W3CDTF">2026-05-21T00:20:40.8560000Z</dcterms:modified>
</coreProperties>
</file>